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5B50C-88E7-4EDD-BCC8-F887F4028EB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4724C-E503-485D-BA16-0D26C63857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77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4724C-E503-485D-BA16-0D26C63857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119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9CDED-034D-44A4-5AA6-1DC76255B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77664A-75B4-AC53-0BBE-BFC39766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6276A-21F8-B3CF-E057-F09D57A0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BA5449-DAA0-E024-BC3E-82BDF1E35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23DB19-D9AB-07B9-7404-55EF2F52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98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53E84-E7E5-5442-8FDF-D221BD12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152E1-F01C-7FC6-DE5E-5DF0629E7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C5B5C-60DC-24AF-7427-22F8D60F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03ECA-3775-E281-2371-9D6B1578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7FAC92-0FEC-024E-2BBD-4E10AE5B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12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408C3-D61F-8298-DB6D-2FBBE40B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FAF972-22F2-6BFB-83D1-09212D663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6577D0-23AD-7DCD-C308-CAAEBF4A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B1C0ED-A719-0742-2E49-32531872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BFE56-A48E-B235-EB54-5E39BF07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66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E2B84-2885-B37D-A6C2-E8BC5CF6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F490E-ED94-7124-0612-28FBB67C5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3A888-0D72-72E2-AC3D-0DE148146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A40A08-378A-2EE0-AB96-0C76736F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699A14-E244-0B18-486C-80B7C54E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F3CB45-DCB5-EFBB-8CD3-A6E47509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18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09977-E648-CF14-0E13-1E9A07BA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DAED05-271D-DDA3-0D9E-C6FF92C5C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5DA58B-CE34-BD5A-9C1D-3D1F33D66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A4A154-9F12-85EE-C02A-5667F60A4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E9D028-D561-0921-04B7-FEAB5C683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67EA6C-061D-C0AE-E184-3F4A00F4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7E3057-C795-C3B6-2C66-AC2C75A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60BF83-8A6D-F97C-A80A-7A646E70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03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EAE5F-B6C2-C4FF-E98F-D8EF7543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0D83CD-FD04-25B2-8C98-10B7D491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3EC738-7273-2884-B875-2445CD9B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C72DDB-B8DC-2429-CD7B-3D68258D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07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EA4223-EE1D-0F20-A6EE-D5CFECC9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C74598-9D63-E190-E36E-DD192BA8B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7ACE00-48AE-5433-2E8E-F7C554E7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70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F6D6D-A33C-537D-F384-9C10B8C3B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37FDC-22DE-6353-DFDF-E46D611B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74C178-C6D6-8959-B741-3FDEE1883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F82117-2DD7-D5FC-A230-BA23F4BC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E5FEB4-5EBE-52D6-5EC8-BB3A3758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0BCCC-B96D-C8FB-B871-E2133007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23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42898-1962-1A4F-147B-D4AEA058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B57A24-C263-F7AC-A4AE-312D9C309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0AFA67-1BB5-67AD-6FE5-DF714BE7B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DBBF3A-C55F-629A-9FA6-DD665B47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F83812-DA3A-8F69-C0D4-11C1749D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8896E-8C77-7AD8-D63C-1D0B8CF1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26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D6FDC-0F69-1637-EB68-3FF57DA8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07AB29-7ED5-1C39-4196-F660A4AD8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8D267-94C0-5E3A-5780-4B9F2391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E1220E-E58F-B9EE-E154-32C0CAED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C8507D-9A72-56C1-0713-2F08F1EF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0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B0F367-1BE1-49D8-80CB-062E6D0A7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48F8E6-B12A-2C9E-9727-1BB2068AB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0CE94B-AD0C-D07A-4069-6718400F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4F875-F6B5-C476-0399-89DE2822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F3C020-C36A-5805-FC33-2AF6F404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72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5BC0A7-FB17-B0E2-BD19-32E594B5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53F97D-7F56-9674-F5EB-93EE6A732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2499FC-AD0F-C1C7-CD68-6F49E4540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BA1A5-946B-4D8A-9BCB-7DD6305F1DA8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A5EA1-6AB2-B1E1-DEE4-7D4E92BC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5BFC4-FF5A-BE15-C23B-C9D4E26F6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3037E-EF30-48F4-A3AA-5DFD6314C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94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5630925-27B6-B525-23E7-5D07D38497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47411" y="2136338"/>
            <a:ext cx="26445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📜 두루마리(기록된 기억)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📖 책(지식과 역사)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🪶 필기구(기록)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🌟 별(영감)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🏺 기억을 담는 항아리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🎭 예술을 상징하는 물건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CA0546-DFC5-4796-3C41-A1073223F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88" y="125891"/>
            <a:ext cx="7531409" cy="51632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9F6F61-4DF5-2DF0-497F-0BEDBF5DC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460" y="320942"/>
            <a:ext cx="2514951" cy="5534797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7C084847-1E13-77B8-C2EE-02B878BA8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589" y="5408749"/>
            <a:ext cx="35509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기억 하나 = 구슬 하나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단어 하나 = 빛나는 구슬 하나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훈련할수록 구슬이 모임 </a:t>
            </a:r>
          </a:p>
        </p:txBody>
      </p:sp>
    </p:spTree>
    <p:extLst>
      <p:ext uri="{BB962C8B-B14F-4D97-AF65-F5344CB8AC3E}">
        <p14:creationId xmlns:p14="http://schemas.microsoft.com/office/powerpoint/2010/main" val="416922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AF760FC-B13B-C34A-028F-C44C97AB1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9" t="4190" r="6586" b="8679"/>
          <a:stretch>
            <a:fillRect/>
          </a:stretch>
        </p:blipFill>
        <p:spPr>
          <a:xfrm>
            <a:off x="2612571" y="1334277"/>
            <a:ext cx="3984172" cy="3984172"/>
          </a:xfrm>
          <a:custGeom>
            <a:avLst/>
            <a:gdLst>
              <a:gd name="connsiteX0" fmla="*/ 1992086 w 3984172"/>
              <a:gd name="connsiteY0" fmla="*/ 0 h 3984172"/>
              <a:gd name="connsiteX1" fmla="*/ 3984172 w 3984172"/>
              <a:gd name="connsiteY1" fmla="*/ 1992086 h 3984172"/>
              <a:gd name="connsiteX2" fmla="*/ 1992086 w 3984172"/>
              <a:gd name="connsiteY2" fmla="*/ 3984172 h 3984172"/>
              <a:gd name="connsiteX3" fmla="*/ 0 w 3984172"/>
              <a:gd name="connsiteY3" fmla="*/ 1992086 h 3984172"/>
              <a:gd name="connsiteX4" fmla="*/ 1992086 w 3984172"/>
              <a:gd name="connsiteY4" fmla="*/ 0 h 398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4172" h="3984172">
                <a:moveTo>
                  <a:pt x="1992086" y="0"/>
                </a:moveTo>
                <a:cubicBezTo>
                  <a:pt x="3092285" y="0"/>
                  <a:pt x="3984172" y="891887"/>
                  <a:pt x="3984172" y="1992086"/>
                </a:cubicBezTo>
                <a:cubicBezTo>
                  <a:pt x="3984172" y="3092285"/>
                  <a:pt x="3092285" y="3984172"/>
                  <a:pt x="1992086" y="3984172"/>
                </a:cubicBezTo>
                <a:cubicBezTo>
                  <a:pt x="891887" y="3984172"/>
                  <a:pt x="0" y="3092285"/>
                  <a:pt x="0" y="1992086"/>
                </a:cubicBezTo>
                <a:cubicBezTo>
                  <a:pt x="0" y="891887"/>
                  <a:pt x="891887" y="0"/>
                  <a:pt x="19920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7213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</Words>
  <Application>Microsoft Office PowerPoint</Application>
  <PresentationFormat>와이드스크린</PresentationFormat>
  <Paragraphs>12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Kwangwoo park</dc:creator>
  <cp:lastModifiedBy>Kwangwoo park</cp:lastModifiedBy>
  <cp:revision>3</cp:revision>
  <dcterms:created xsi:type="dcterms:W3CDTF">2026-06-25T15:14:00Z</dcterms:created>
  <dcterms:modified xsi:type="dcterms:W3CDTF">2026-06-25T16:05:35Z</dcterms:modified>
</cp:coreProperties>
</file>